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155C3-A967-A0AE-7DF3-E9EAEDB20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5AA674-AB73-5BD9-C7B1-B86C3DD7E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76050C-AF9A-F9A5-7077-E913DC4B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B2FACF-3284-CE37-DA5E-BE7E3B5D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EA00B3-626D-C78E-C0A0-5F56B3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38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C0AF6-E59B-590D-9263-ACCA0959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0219CE-E2B9-F465-CFB2-8D4E9DB9D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66D7F0-AF86-AB96-D774-656D906B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D8AD18-3AD9-DF71-9710-0FE63EED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4AAC4C-108D-8B91-C4D7-E87C125D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61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BC93A-2C79-1435-7AE5-B68FAD28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F68784-4477-1F8C-9D2F-D7D6B7E86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9325DB-A460-E182-F700-07E771EA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DA1672-7055-B61A-D5AD-1A7626458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25ADE-F27A-27EF-F0BB-D85396F2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67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CCF96D-7D01-F254-1180-A68CB6320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366032-1062-E4C9-DB37-8487A365E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976FF6-477A-161C-C635-2F70B2552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CEC2DE-059B-471C-F951-E80D5CDC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1FFEE9-4EDE-A36E-CB9B-723539A6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754F7-6B8D-D403-CFBB-E9B109E9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85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D996E4-EF1F-0807-C251-E274CB32A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887BA5-4E61-212A-B887-679F04C4D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B5CE72-CB58-9884-184A-49FBB490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4355DC-437E-34C5-4CDA-1FB2F3767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37CC6D-CB85-FBF1-D558-EB88B3EC1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F2EACB-7DDA-FE1A-54D0-26370EE7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1DE165-7F5A-FB65-EE4C-DF80E651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C50D20D-EAB7-FDFA-0AE8-9E95BF3C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7633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8B691C-C4F8-7A41-1E75-5F3B71CD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C0E1B57-7E12-0F4B-4D96-E2EAEEE3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74CE91-DB28-8EE1-690A-6D903427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B4988B-53FB-436F-21D7-55D1964D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68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15AB69F-2A2E-BC53-718C-50FA6633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B1C893-9C4B-1E21-8D49-6DCBFCCA5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C4DF08-D8BE-EC42-F821-3866F5CB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30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71D97-009D-5777-C5BB-0688E8FB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A9613D-52F9-1FBB-63FF-CEC03DA94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0DFA4D-F171-3512-399B-44B6C20F2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8CE7F7-DE95-C45F-3644-293CD0ED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8C45F-F4F7-1C90-20BB-BF0399BC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494E3B-176F-1CD6-604C-A45E0CDD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251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6DC459-BCEC-CA4F-B220-45BDA071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8FC7FD2-4B34-ECC9-342A-170C18615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B9C9202-54B2-CE2E-329A-5FF0404D4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B818D5-B42D-9FB9-701F-D60E9A53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FAF8D9-7D4D-FB02-5F0E-2C7C456A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BE5E2B-0781-605F-80DF-D7A6D34A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018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D6B63-AE7B-61E5-CC40-82EBFF88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69FCFA-5FA4-365E-E7E8-254A3ACF8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48DA5-614D-2F2B-3F2D-7022C46B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763FC2-A8DB-119D-535B-5428993C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DB8AD5-0E9A-349C-A3E1-FCD07617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44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C0617F1-605C-2344-32B6-D04C2834A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311735-BB9F-AF35-FF55-3D00C5A21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E1CF8-EDCA-DA78-A220-FBA5ED73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3DCEE9-634D-DA82-B40D-C433B967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9700AB-6B95-2501-A52E-74E08E54A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55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AB2F5F4-28BE-9A0E-6931-10BA2119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8658A9-9152-6E53-F203-41616D6E8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815052-DA04-0035-F8F5-6B15D871D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21E83-5C99-48EB-ADCE-C178C460669C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A23F7E-396C-B5A5-D0F0-A3CCE018B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E06493-38CE-E3C5-28E3-7BD1C3BFB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27683-0A43-484F-BECD-9B9037F66A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9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B55E2E-26EE-6CA0-7114-8BB28A637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0676"/>
            <a:ext cx="9144000" cy="1219047"/>
          </a:xfrm>
        </p:spPr>
        <p:txBody>
          <a:bodyPr/>
          <a:lstStyle/>
          <a:p>
            <a:r>
              <a:rPr lang="fr-FR" dirty="0" err="1"/>
              <a:t>PizzaYolo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E0C42E-F3B0-C5C8-00A7-81A7CB154B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Présentation d’une application de gestion de commandes d’une pizzéria</a:t>
            </a:r>
          </a:p>
        </p:txBody>
      </p:sp>
    </p:spTree>
    <p:extLst>
      <p:ext uri="{BB962C8B-B14F-4D97-AF65-F5344CB8AC3E}">
        <p14:creationId xmlns:p14="http://schemas.microsoft.com/office/powerpoint/2010/main" val="222151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BD88C2-0531-A67B-81E3-6E09F1AE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en place des outils de développement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EBED17-6A7F-2E22-5DD8-E3A4C1218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WizardFramework</a:t>
            </a:r>
            <a:r>
              <a:rPr lang="fr-FR" dirty="0"/>
              <a:t> (PHP) : </a:t>
            </a:r>
            <a:r>
              <a:rPr lang="fr-FR" dirty="0" err="1"/>
              <a:t>framework</a:t>
            </a:r>
            <a:r>
              <a:rPr lang="fr-FR" dirty="0"/>
              <a:t> maison d’un modèle MVC </a:t>
            </a:r>
          </a:p>
          <a:p>
            <a:r>
              <a:rPr lang="fr-FR" dirty="0"/>
              <a:t>Docker : conteneurisation des différents outils (Apache, </a:t>
            </a:r>
            <a:r>
              <a:rPr lang="fr-FR" dirty="0" err="1"/>
              <a:t>mySQL</a:t>
            </a:r>
            <a:r>
              <a:rPr lang="fr-FR" dirty="0"/>
              <a:t>, Apache) </a:t>
            </a:r>
          </a:p>
          <a:p>
            <a:r>
              <a:rPr lang="fr-FR" dirty="0"/>
              <a:t>GitHub ave la mise en place du Git Actions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0831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5F5B5B-157A-CE31-C992-16404A8E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besoins de l’application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08AAF-E0BD-2DDB-6EF1-93B48E05F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Diagramme de cas d’utilisation (voir annexe doc) : Permet de représenter le comportement fonctionnel de l’application</a:t>
            </a:r>
          </a:p>
          <a:p>
            <a:r>
              <a:rPr lang="fr-FR" dirty="0"/>
              <a:t>Diagramme de séquence (voir annexe doc) : représentation des différentes interactions entre les acteurs(employés de la pizzéria) et l’application 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545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11DF0-510C-AE35-BF13-8348E2E8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Conceptualisation de la base de données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75F371-164A-8161-A72A-3EE43F980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MCD : définition des entités principales ainsi que les associations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F8A687-F0F1-CA62-636C-196C1F03D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87" y="2477729"/>
            <a:ext cx="7954297" cy="416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5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DA667D-0F3B-4F6E-6F12-E0F3C5A7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Conceptualisation de la base de données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853AB6-1612-BB9F-F572-F53172D4D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MLD : Les entités deviennent des tables </a:t>
            </a:r>
          </a:p>
          <a:p>
            <a:r>
              <a:rPr lang="fr-FR" sz="1800" b="1" dirty="0"/>
              <a:t>Client = (</a:t>
            </a:r>
            <a:r>
              <a:rPr lang="fr-FR" sz="1800" b="1" u="sng" dirty="0"/>
              <a:t>Id</a:t>
            </a:r>
            <a:r>
              <a:rPr lang="fr-FR" sz="1800" b="1" i="1" u="sng" dirty="0"/>
              <a:t> INT</a:t>
            </a:r>
            <a:r>
              <a:rPr lang="fr-FR" sz="1800" u="sng" dirty="0"/>
              <a:t>, Nom</a:t>
            </a:r>
            <a:r>
              <a:rPr lang="fr-FR" sz="1800" b="1" i="1" u="sng" dirty="0"/>
              <a:t> VARCHAR(255)</a:t>
            </a:r>
            <a:r>
              <a:rPr lang="fr-FR" sz="1800" u="sng" dirty="0"/>
              <a:t>, rue</a:t>
            </a:r>
            <a:r>
              <a:rPr lang="fr-FR" sz="1800" b="1" i="1" u="sng" dirty="0"/>
              <a:t> VARCHAR(255)</a:t>
            </a:r>
            <a:r>
              <a:rPr lang="fr-FR" sz="1800" u="sng" dirty="0"/>
              <a:t>, ville</a:t>
            </a:r>
            <a:r>
              <a:rPr lang="fr-FR" sz="1800" b="1" i="1" u="sng" dirty="0"/>
              <a:t> VARCHAR(255)</a:t>
            </a:r>
            <a:r>
              <a:rPr lang="fr-FR" sz="1800" u="sng" dirty="0"/>
              <a:t>, </a:t>
            </a:r>
            <a:r>
              <a:rPr lang="fr-FR" sz="1800" u="sng" dirty="0" err="1"/>
              <a:t>code_postal</a:t>
            </a:r>
            <a:r>
              <a:rPr lang="fr-FR" sz="1800" b="1" i="1" u="sng" dirty="0"/>
              <a:t> VARCHAR(5)</a:t>
            </a:r>
            <a:r>
              <a:rPr lang="fr-FR" sz="1800" u="sng" dirty="0"/>
              <a:t>, </a:t>
            </a:r>
            <a:r>
              <a:rPr lang="fr-FR" sz="1800" u="sng" dirty="0" err="1"/>
              <a:t>telephone</a:t>
            </a:r>
            <a:r>
              <a:rPr lang="fr-FR" sz="1800" b="1" i="1" u="sng" dirty="0"/>
              <a:t> VARCHAR(12)</a:t>
            </a:r>
            <a:r>
              <a:rPr lang="fr-FR" sz="1800" b="1" u="sng" dirty="0"/>
              <a:t>);</a:t>
            </a:r>
          </a:p>
          <a:p>
            <a:endParaRPr lang="fr-FR" sz="1800" b="1" u="sng" dirty="0"/>
          </a:p>
          <a:p>
            <a:r>
              <a:rPr lang="fr-FR" sz="1800" b="1" u="sng" dirty="0"/>
              <a:t>Pizza = (Id</a:t>
            </a:r>
            <a:r>
              <a:rPr lang="fr-FR" sz="1800" b="1" i="1" u="sng" dirty="0"/>
              <a:t> INT</a:t>
            </a:r>
            <a:r>
              <a:rPr lang="fr-FR" sz="1800" u="sng" dirty="0"/>
              <a:t>, nom_</a:t>
            </a:r>
            <a:r>
              <a:rPr lang="fr-FR" sz="1800" b="1" i="1" u="sng" dirty="0"/>
              <a:t> VARCHAR(255)</a:t>
            </a:r>
            <a:r>
              <a:rPr lang="fr-FR" sz="1800" u="sng" dirty="0"/>
              <a:t>, ingrédients</a:t>
            </a:r>
            <a:r>
              <a:rPr lang="fr-FR" sz="1800" b="1" i="1" u="sng" dirty="0"/>
              <a:t> VARCHAR(255)</a:t>
            </a:r>
            <a:r>
              <a:rPr lang="fr-FR" sz="1800" u="sng" dirty="0"/>
              <a:t>, statut</a:t>
            </a:r>
            <a:r>
              <a:rPr lang="fr-FR" sz="1800" b="1" i="1" u="sng" dirty="0"/>
              <a:t> LOGICAL</a:t>
            </a:r>
            <a:r>
              <a:rPr lang="fr-FR" sz="1800" u="sng" dirty="0"/>
              <a:t>, prix</a:t>
            </a:r>
            <a:r>
              <a:rPr lang="fr-FR" sz="1800" b="1" i="1" u="sng" dirty="0"/>
              <a:t> INT</a:t>
            </a:r>
            <a:r>
              <a:rPr lang="fr-FR" sz="1800" b="1" u="sng" dirty="0"/>
              <a:t>);</a:t>
            </a:r>
          </a:p>
          <a:p>
            <a:endParaRPr lang="fr-FR" sz="1800" b="1" u="sng" dirty="0"/>
          </a:p>
          <a:p>
            <a:r>
              <a:rPr lang="fr-FR" sz="1800" b="1" u="sng" dirty="0"/>
              <a:t>Employé = (Id</a:t>
            </a:r>
            <a:r>
              <a:rPr lang="fr-FR" sz="1800" b="1" i="1" u="sng" dirty="0"/>
              <a:t> COUNTER</a:t>
            </a:r>
            <a:r>
              <a:rPr lang="fr-FR" sz="1800" u="sng" dirty="0"/>
              <a:t>, nom</a:t>
            </a:r>
            <a:r>
              <a:rPr lang="fr-FR" sz="1800" b="1" i="1" u="sng" dirty="0"/>
              <a:t> VARCHAR(255)</a:t>
            </a:r>
            <a:r>
              <a:rPr lang="fr-FR" sz="1800" u="sng" dirty="0"/>
              <a:t>, </a:t>
            </a:r>
            <a:r>
              <a:rPr lang="fr-FR" sz="1800" u="sng" dirty="0" err="1"/>
              <a:t>role</a:t>
            </a:r>
            <a:r>
              <a:rPr lang="fr-FR" sz="1800" b="1" i="1" u="sng" dirty="0"/>
              <a:t> [GUICHETIER, CUISINIER]</a:t>
            </a:r>
            <a:r>
              <a:rPr lang="fr-FR" sz="1800" b="1" u="sng" dirty="0"/>
              <a:t>);</a:t>
            </a:r>
          </a:p>
          <a:p>
            <a:endParaRPr lang="fr-FR" sz="1800" b="1" u="sng" dirty="0"/>
          </a:p>
          <a:p>
            <a:r>
              <a:rPr lang="fr-FR" sz="1800" b="1" u="sng" dirty="0"/>
              <a:t>Commande = (Id</a:t>
            </a:r>
            <a:r>
              <a:rPr lang="fr-FR" sz="1800" b="1" i="1" u="sng" dirty="0"/>
              <a:t> VARCHAR(50)</a:t>
            </a:r>
            <a:r>
              <a:rPr lang="fr-FR" sz="1800" u="sng" dirty="0"/>
              <a:t>, date_</a:t>
            </a:r>
            <a:r>
              <a:rPr lang="fr-FR" sz="1800" b="1" i="1" u="sng" dirty="0"/>
              <a:t> DATETIME</a:t>
            </a:r>
            <a:r>
              <a:rPr lang="fr-FR" sz="1800" u="sng" dirty="0"/>
              <a:t>, </a:t>
            </a:r>
            <a:r>
              <a:rPr lang="fr-FR" sz="1800" u="sng" dirty="0" err="1"/>
              <a:t>etat</a:t>
            </a:r>
            <a:r>
              <a:rPr lang="fr-FR" sz="1800" b="1" i="1" u="sng" dirty="0"/>
              <a:t> [payé, en </a:t>
            </a:r>
            <a:r>
              <a:rPr lang="fr-FR" sz="1800" b="1" i="1" u="sng" dirty="0" err="1"/>
              <a:t>preparation</a:t>
            </a:r>
            <a:r>
              <a:rPr lang="fr-FR" sz="1800" b="1" i="1" u="sng" dirty="0"/>
              <a:t>, terminé, livrée]</a:t>
            </a:r>
            <a:r>
              <a:rPr lang="fr-FR" sz="1800" i="1" u="sng" dirty="0"/>
              <a:t>, #id_employe, #id_client</a:t>
            </a:r>
            <a:r>
              <a:rPr lang="fr-FR" sz="1800" b="1" u="sng" dirty="0"/>
              <a:t>);</a:t>
            </a:r>
          </a:p>
          <a:p>
            <a:endParaRPr lang="fr-FR" sz="1800" b="1" u="sng" dirty="0"/>
          </a:p>
          <a:p>
            <a:r>
              <a:rPr lang="fr-FR" sz="1800" b="1" u="sng" dirty="0" err="1"/>
              <a:t>Commande_pizza</a:t>
            </a:r>
            <a:r>
              <a:rPr lang="fr-FR" sz="1800" b="1" u="sng" dirty="0"/>
              <a:t> = (</a:t>
            </a:r>
            <a:r>
              <a:rPr lang="fr-FR" sz="1800" b="1" i="1" u="sng" dirty="0"/>
              <a:t>#id_pizza, #id_commande</a:t>
            </a:r>
            <a:r>
              <a:rPr lang="fr-FR" sz="1800" u="sng" dirty="0"/>
              <a:t>, quantité</a:t>
            </a:r>
            <a:r>
              <a:rPr lang="fr-FR" sz="1800" b="1" i="1" u="sng" dirty="0"/>
              <a:t> INT</a:t>
            </a:r>
            <a:r>
              <a:rPr lang="fr-FR" sz="1800" b="1" u="sng" dirty="0"/>
              <a:t>);</a:t>
            </a:r>
            <a:endParaRPr lang="fr-FR" sz="1800" u="sng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124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09BEE-959C-0F9A-8CFA-1E8C6E74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Maquettage des interfaces utilisateurs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5F51E1-B4B9-3AC6-3F5A-B16BB5338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Interface caisse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4B8387-7C2A-5FC4-BAEA-7A8C69846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63" y="2518142"/>
            <a:ext cx="7395240" cy="386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92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D4087F-639A-D7F3-E2CE-FEFBC33C2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Maquettage des interfaces utilisateurs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775062-AF76-807C-5467-BDEB92928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Interface cuisine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4062BE-D92F-C5D9-C2EC-5FC2669F2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37" y="2481621"/>
            <a:ext cx="7052034" cy="40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B95BE6-2A38-D918-05D5-195D1A02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en place de Git et 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C09E4-D9F4-C5AC-036A-2C60BB44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Création d’un nouveau repository </a:t>
            </a:r>
          </a:p>
          <a:p>
            <a:pPr marL="0" indent="0">
              <a:buNone/>
            </a:pPr>
            <a:r>
              <a:rPr lang="fr-FR" dirty="0"/>
              <a:t>Mise en place de Git Actions </a:t>
            </a:r>
          </a:p>
          <a:p>
            <a:pPr marL="0" indent="0">
              <a:buNone/>
            </a:pPr>
            <a:r>
              <a:rPr lang="fr-FR" dirty="0"/>
              <a:t>Ajout du README</a:t>
            </a:r>
          </a:p>
          <a:p>
            <a:pPr marL="0" indent="0">
              <a:buNone/>
            </a:pPr>
            <a:r>
              <a:rPr lang="fr-FR" dirty="0"/>
              <a:t>Développement par Interface et création d’une branche pour chaque interface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E26CB0-AB22-B5E6-95FB-83A7A6B1C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63" y="4264176"/>
            <a:ext cx="4576725" cy="17974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7998BC6-D612-D4C6-86F4-D4E81950D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705" y="4264177"/>
            <a:ext cx="5589755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88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82613F-B30B-FCCF-D465-F84B9E86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des Modèles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1B9680-5A59-5C35-8AF5-AA3F7D241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0143"/>
          </a:xfrm>
        </p:spPr>
        <p:txBody>
          <a:bodyPr>
            <a:normAutofit/>
          </a:bodyPr>
          <a:lstStyle/>
          <a:p>
            <a:r>
              <a:rPr lang="fr-FR" sz="2000" dirty="0"/>
              <a:t>Accès aux données via la définition de modèle dans l’architecture MVC : classe mère Model qui hérite des modèles de la base de données    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Classe mère Model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92DA1A7-2210-3D84-E630-1525EC5A9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00" y="2585024"/>
            <a:ext cx="6319207" cy="305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57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AF436-6C1F-7CE1-9461-3192B486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des Modèles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1F1174B-5DD9-FAF1-80B6-50D8557FE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61" y="2694037"/>
            <a:ext cx="4108782" cy="301369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8C7F93C-B89E-665F-2C73-42F06AA57963}"/>
              </a:ext>
            </a:extLst>
          </p:cNvPr>
          <p:cNvSpPr txBox="1"/>
          <p:nvPr/>
        </p:nvSpPr>
        <p:spPr>
          <a:xfrm>
            <a:off x="838200" y="1690688"/>
            <a:ext cx="6941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Chaque entité est représentée par une classe fille qui hérite de la classe Model (contient la logique d’accès aux données)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CCEA5C-784B-4D29-5C8A-B6AD4442B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478" y="2683403"/>
            <a:ext cx="4733999" cy="304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09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82427-1A32-D6F8-F325-8D758201C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des contrôleurs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858C67-0A6D-E656-5DAB-5BEDC5233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contrôleurs sont le lien entre les modèles et la vue. Ils traitent les données et les renvoient à la vue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400" dirty="0"/>
              <a:t>Controller Commande avec la contrainte de n’afficher que certaines valeurs pour la vue cuisinier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88DEFC-8879-5531-B49A-B491B37C3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26" y="2843942"/>
            <a:ext cx="6042478" cy="281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75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6F80D2-2722-CD87-B1B7-76012D17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Développement des Vues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9B7DE1-3DDC-DF23-07B6-A3BA37F3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8801"/>
          </a:xfrm>
        </p:spPr>
        <p:txBody>
          <a:bodyPr>
            <a:normAutofit/>
          </a:bodyPr>
          <a:lstStyle/>
          <a:p>
            <a:r>
              <a:rPr lang="fr-FR" sz="1600" dirty="0"/>
              <a:t>Développé en HTML, CSS (</a:t>
            </a:r>
            <a:r>
              <a:rPr lang="fr-FR" sz="1600" dirty="0" err="1"/>
              <a:t>bootstrap</a:t>
            </a:r>
            <a:r>
              <a:rPr lang="fr-FR" sz="1600" dirty="0"/>
              <a:t>), JavaScript</a:t>
            </a:r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600" dirty="0"/>
              <a:t>Exemple d’interface pour le cuisinier </a:t>
            </a:r>
          </a:p>
          <a:p>
            <a:endParaRPr lang="fr-FR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3CB84B4-8198-215F-ED74-07931879D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82761"/>
            <a:ext cx="8694427" cy="357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3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98A943-788F-C209-BD11-7367575D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Déclaration des routes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36ECB2-C753-3B02-8737-3BABFDC9E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800" dirty="0"/>
              <a:t>Le </a:t>
            </a:r>
            <a:r>
              <a:rPr lang="fr-FR" sz="1800" dirty="0" err="1"/>
              <a:t>WizardFramework</a:t>
            </a:r>
            <a:r>
              <a:rPr lang="fr-FR" sz="1800" dirty="0"/>
              <a:t> intègre un routeur qui nous permet de déclarer les routes dans l’index </a:t>
            </a:r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  <a:p>
            <a:r>
              <a:rPr lang="fr-FR" sz="1800" dirty="0"/>
              <a:t>En fonction de la tâche à exécuter, on déclare une route soit en </a:t>
            </a:r>
            <a:r>
              <a:rPr lang="fr-FR" sz="1800" dirty="0" err="1"/>
              <a:t>get</a:t>
            </a:r>
            <a:r>
              <a:rPr lang="fr-FR" sz="1800" dirty="0"/>
              <a:t> pour lire et afficher des données ou bien en Post pour modifier ou insérer des données</a:t>
            </a:r>
          </a:p>
          <a:p>
            <a:pPr marL="0" indent="0">
              <a:buNone/>
            </a:pPr>
            <a:endParaRPr lang="fr-FR" sz="1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49DFC2-9612-DAE0-E5FF-3883A5765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46866"/>
            <a:ext cx="9739204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1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9A0B8-C840-E2E0-7EA5-57577847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de middlewares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E65CB0-9C42-4BAB-7CC1-D4490000C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600" dirty="0"/>
              <a:t>Pour permettre la gestion des interfaces et des droits utilisateurs en fonction du rôle, mise en place de middlewares </a:t>
            </a:r>
          </a:p>
          <a:p>
            <a:pPr marL="0" indent="0">
              <a:buNone/>
            </a:pPr>
            <a:endParaRPr lang="fr-FR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114C38-E742-BD08-9B6B-090045176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22" y="2270237"/>
            <a:ext cx="5424948" cy="23175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DF04854-A604-C2E4-16FC-17B54D964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5" y="4790475"/>
            <a:ext cx="8868697" cy="17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4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FE942A-F79F-49AD-61A5-A90B62F9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Unitaire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579BB1-5915-5986-74D0-3924742E8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Mise en place de tests unitaires avec </a:t>
            </a:r>
            <a:r>
              <a:rPr lang="fr-FR" dirty="0" err="1"/>
              <a:t>PHPUnit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E268C08-67C6-9423-3D0C-033BA74E5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50221"/>
            <a:ext cx="8031480" cy="215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063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482</Words>
  <Application>Microsoft Office PowerPoint</Application>
  <PresentationFormat>Grand écran</PresentationFormat>
  <Paragraphs>78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Thème Office</vt:lpstr>
      <vt:lpstr>PizzaYolo</vt:lpstr>
      <vt:lpstr>Mise en place des outils de développement</vt:lpstr>
      <vt:lpstr>Analyse des besoins de l’application </vt:lpstr>
      <vt:lpstr>Conceptualisation de la base de données </vt:lpstr>
      <vt:lpstr>Conceptualisation de la base de données </vt:lpstr>
      <vt:lpstr>Maquettage des interfaces utilisateurs </vt:lpstr>
      <vt:lpstr>Maquettage des interfaces utilisateurs</vt:lpstr>
      <vt:lpstr>Mise en place de Git et GitHub</vt:lpstr>
      <vt:lpstr>Développement des Modèles </vt:lpstr>
      <vt:lpstr>Développement des Modèles</vt:lpstr>
      <vt:lpstr>Développement des contrôleurs </vt:lpstr>
      <vt:lpstr>Développement des Vues </vt:lpstr>
      <vt:lpstr>Déclaration des routes </vt:lpstr>
      <vt:lpstr>Création de middlewares </vt:lpstr>
      <vt:lpstr>Test Unitaire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Gautier</dc:creator>
  <cp:lastModifiedBy>Gautier</cp:lastModifiedBy>
  <cp:revision>2</cp:revision>
  <dcterms:created xsi:type="dcterms:W3CDTF">2026-03-31T07:52:36Z</dcterms:created>
  <dcterms:modified xsi:type="dcterms:W3CDTF">2026-04-02T14:28:58Z</dcterms:modified>
</cp:coreProperties>
</file>